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96596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Consolas"/>
              </a:rPr>
              <a:t>T E A M   Z O T N E T I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0040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B26 · Navegador de gradiente magnético en GF180MCU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110578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SSCS Chipathon 2026 · UCI Samueli School of Engineering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Líder: Juan Sánchez · An Bui · Enzo Li · Akam Khinda · Aysha Hussaini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Reporte de diseño, simulación y verificación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QUÉ HACE EL 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Cuatro sensores leen el módulo del campo. El chip deduce hacia dónde crece.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EL PRINCIPIO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Los sensores no miden un vector: miden módulo. Esa distinción es el diseño entero.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Cuatro puentes magnetorresistivos leen |B| en los vértices de un tetraedro.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Cada puente da una tensión proporcional a dR/R, es decir al módulo del campo en su vértice, no a su dirección.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Comparando los cuatro módulos se reconstruye grad|B|.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El gradiente del módulo apunta hacia donde el campo crece, y el campo crece hacia la fuente. Por eso el chip puede señalar un imán sin medir nunca un vector.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La salida es un signo por eje: XP/XN, YP/YN, ZP/ZN.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Seis salidas digitales. No dice cuánto, dice hacia dónde.</a:t>
            </a:r>
          </a:p>
        </p:txBody>
      </p:sp>
      <p:pic>
        <p:nvPicPr>
          <p:cNvPr id="6" name="Picture 5" descr="diag_sensor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650" y="1572768"/>
            <a:ext cx="3711332" cy="4645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7" y="6291072"/>
            <a:ext cx="53688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four sensors at the vertices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Del sensor al actuador, y qué parte de eso es este chip.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465" y="1572768"/>
            <a:ext cx="5994764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766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block diagram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Cuatro sensores de gradiente, un calculador de pesos, un puente en 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ESPECIFICACIONES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 que entra, lo que sale y lo que cuesta.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0424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Tecnología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GF180MCU-D, dispositivos de 6 V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 (VDD / VSS), medida a 5.0 V en todos los bancos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 total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74.02 mW esquemático · 74.03 mW layout (14.81 mA)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 entregada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1110 × 1110 µm = 1.232 mm² (área de usuario B26_A)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 del navegador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460.9 × 387.0 µm = 0.178 mm² (GRADIENT_NAV2)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Entradas analógicas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 — S1P/S1N … S4P/S4N, cuatro puentes magnetorresistivos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Puntos de prueba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— X, Y, Z, contadores de votos entre 1.814 y 3.035 V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Salidas digitales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 — XP/XN, YP/YN, ZP/ZN, de raíl a raíl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Pads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 analógicos + 6 digitales + 2 de alimentación = 19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Tipo de pad analógico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analog, con ESD secundaria propia (ESD_CDM)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Tipo de pad digital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bidirectional, permanentemente en salida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ESD secundaria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ESD_CDM, 63.2 × 27.9 µm, 8 diodos + 87.5 Ω de poly, 11 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01675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0">
                <a:solidFill>
                  <a:srgbClr val="1C2238"/>
                </a:solidFill>
                <a:latin typeface="Calibri"/>
              </a:rPr>
              <a:t>Los 6 V son la clase de dispositivo, no el punto de trabajo: todo se simula y se mide a 5.0 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LOS TRES BLOQUES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GRADIENT_NAV2 por dentro: cada bloque con su diagrama, su esquemático, su layout y sus simulaciones.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GRADIENT_NAV2 POR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4 × GRADIENT2  →  3 × WEIGHT  →  3 × COMP_OUT.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GRADIENT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873" y="1572768"/>
            <a:ext cx="836594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GRADIENT_NAV2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4 × GRADIENT2  →  3 × WEIGHT  →  3 × COMP_OUT.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GRADIENT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GRADIENT_NA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82" y="1572768"/>
            <a:ext cx="5260409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460.90 × 386.99 µm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1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GRADIENT2 — tres amplificadores, tres comparadores y un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GRADI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2" y="1572768"/>
            <a:ext cx="576533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3891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53128"/>
            <a:ext cx="11057839" cy="1901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1">
                <a:solidFill>
                  <a:srgbClr val="16256B"/>
                </a:solidFill>
                <a:latin typeface="Calibri"/>
              </a:rPr>
              <a:t>Un bloque de sensado lee tres puentes y decide un eje.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C2238"/>
                </a:solidFill>
                <a:latin typeface="Calibri"/>
              </a:rPr>
              <a:t>Los tres OPAM_LIN amplifican las tres diferencias de puente. Los tres COMP las comparan POR PARES — X con Y, X con Z, Y con Z — y el DECODER convierte ese orden en un eje ganador.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16256B"/>
                </a:solidFill>
                <a:latin typeface="Calibri"/>
              </a:rPr>
              <a:t>Comparar por pares, y no contra un umbral, es la decisión de diseño.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C2238"/>
                </a:solidFill>
                <a:latin typeface="Calibri"/>
              </a:rPr>
              <a:t>El decodificador no necesita saber cuánto vale cada eje, solo cuál es mayor. Eso hace la decisión inmune a la ganancia absoluta y al offset común de los tres canales.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GRADIENT2 — tres amplificadores, tres comparadores y un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GRADI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XSCHEM/COMBINATION/GRADIENT2.sch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Amplificador lineal de 40 dB. El primer bloque de la cadena.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Amplifica la diferencia de un puente, y nada más.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Entra el par SkP/SkN de un sensor y sale una sola tensión proporcional a dR/R. Es el único bloque de la cadena que trabaja en pequeña señal, así que su linealidad fija la del sistema.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Por qué 40 dB.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La ganancia se eligió por medida, no por gusto: es la que mantiene la celda dentro de su rango lineal para el margen de entrada que dan los puentes. Más ganancia satura antes y pierde los cruces, que es lo único que la decisión necesita.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modo común no se mueve con la señal.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Que el puente entregue Vcm = VEXC/2 constante es lo que permite leer estas curvas sin confundir señal con sensibilidad en modo común.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amplifica la diferencia de un puente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2.55 mW esquemático / 2.45 mW layout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Ganancia 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40.1 dB (103 V/V)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Ancho de banda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338 kHz a −3 dB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Margen de fase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74° (ganancia unidad a 36.9 MHz)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Linealidad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INL 0.10 % sobre 1–4 V de salida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Ruido a la entrada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1.95 µV/√Hz a 1 kHz · 222 µVrms en 338 kHz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95.88 × 48.05 µm = 0.0046 mm²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 (3 por cada GRADIENT2)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Amplificador lineal de 40 dB. El primer bloque de la cadena.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OPAM_LIN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OPAM_LIN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29734"/>
            <a:ext cx="5391759" cy="27026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205505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95.88 × 48.05 µm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input against output, and the slope that is the gain  ·  supply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7456"/>
            <a:ext cx="5391759" cy="4407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57784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input against output, and the slope that is the gain</a:t>
            </a:r>
          </a:p>
        </p:txBody>
      </p:sp>
      <p:pic>
        <p:nvPicPr>
          <p:cNvPr id="7" name="Picture 6" descr="blk_OPAM_LIN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70930"/>
            <a:ext cx="5391759" cy="2420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6430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supply power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frequency response  ·  rejection and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b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8835"/>
            <a:ext cx="5391759" cy="4404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56405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frequency response</a:t>
            </a:r>
          </a:p>
        </p:txBody>
      </p:sp>
      <p:pic>
        <p:nvPicPr>
          <p:cNvPr id="7" name="Picture 6" descr="blk_OPAM_LIN_re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643" y="1572768"/>
            <a:ext cx="4716487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rejection and noise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linearity error  ·  device-mismatch Monte Carlo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70311"/>
            <a:ext cx="5391759" cy="2421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6492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linearity error</a:t>
            </a:r>
          </a:p>
        </p:txBody>
      </p:sp>
      <p:pic>
        <p:nvPicPr>
          <p:cNvPr id="7" name="Picture 6" descr="blk_OPAM_LIN_mis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81124"/>
            <a:ext cx="5391759" cy="2999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354116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device-mismatch Monte Carlo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Por dentro: el generador de polarización y el par diferencial.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bias generator</a:t>
            </a:r>
          </a:p>
        </p:txBody>
      </p:sp>
      <p:pic>
        <p:nvPicPr>
          <p:cNvPr id="7" name="Picture 6" descr="sch_sub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342027"/>
            <a:ext cx="5391759" cy="287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differential pair (sub_diff_2_LIN)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Comparador. Convierte la comparación entre dos ejes en un nivel.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No compara contra un umbral fijo: compara dos ejes entre sí.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Por eso hay tres comparadores para tres ejes — X contra Y, X contra Z, Y contra Z. Al decodificador le hace falta el ORDEN de los tres, no su valor.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vive el umbral que hubo que corregir.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segundo de los tres hallazgos del final salió de este bloque: el punto de disparo no estaba donde se creía, y el barrido fino lo midió.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compara dos ejes entre sí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3.08 mW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Umbral de entrada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+7 µV esquemático / +62 µV layout (cruce por 2.5 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Entrada para salida alta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+50 µV esquemático / +104 µV layout (&gt;4.5 V)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Retardo de decisión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399 ns medio, 456 ns peor caso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Ruido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lo fija el amplificador que lleva delante, no esta celda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99.60 × 31.46 µm = 0.0031 mm²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 (3 por cada GRADIENT2)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Comparador. Convierte la comparación entre dos ejes en un nivel.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882417"/>
            <a:ext cx="5391759" cy="17972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475282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99.60 × 31.46 µm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transfer and power  ·  step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COMP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80832"/>
            <a:ext cx="5391759" cy="4400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5440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transfer and power</a:t>
            </a:r>
          </a:p>
        </p:txBody>
      </p:sp>
      <p:pic>
        <p:nvPicPr>
          <p:cNvPr id="7" name="Picture 6" descr="blk_COMP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743973"/>
            <a:ext cx="5391759" cy="40741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891266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step response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frequency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COMP_b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603" y="1572768"/>
            <a:ext cx="563048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Decide qué eje gana a partir de las tres comparaciones.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Entra XY, XZ, YZ. Sale X, Y o 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Lógica pura: las tres comparaciones por pares determinan un orden, y el orden determina el ganador. Es el bloque más pequeño y el que menos consume de toda la cadena, por tres órdenes de magnitud.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apareció el problema del eje 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Z no podía ganar nunca. Lo que lo arregló no fue subirle el peso sino cambiar el orden dentro de cada trío.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 tres comparaciones a un eje ganador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1.4 µW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31.76 × 13.82 µm = 0.0004 mm²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 (una por GRADIENT2)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Decide qué eje gana a partir de las tres comparaciones.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608336"/>
            <a:ext cx="5391759" cy="2345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26903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31.76 × 13.82 µm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logic  ·  how the decision is taken, and how accurate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DECODER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59931"/>
            <a:ext cx="5391759" cy="3242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7530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logic</a:t>
            </a:r>
          </a:p>
        </p:txBody>
      </p:sp>
      <p:pic>
        <p:nvPicPr>
          <p:cNvPr id="7" name="Picture 6" descr="trace_7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858" y="1572768"/>
            <a:ext cx="5268056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how the decision is taken, and how accurate it 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supply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DECODER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1" y="1572768"/>
            <a:ext cx="1024133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GRADIENTE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run_gradient.sh — tres puentes, y solo el amplificador lineal.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Dos cadenas colgadas de los MISMOS seis nodos de sensor: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G2 — el esquemático GRADIENT2, con el OPAM_LIN de 40 dB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G4 — el mismo circuito reconstruido desde el layout v2, con el OPAM_LIN_flat y extraído con parásitos RC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Es el mismo amplificador dibujado de dos maneras.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Así toda comparación de esta sección es layout contra esquemático, nunca un amplificador contra otro.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Qué se mide: los tres campos van a 120°, suman cero y el vector solo cambia de dirección.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Barriendo de 0 a 360° cada eje debería ganar un sector de exactamente 120°. La cifra que sale es cuánto derivan esas tres fronteras y en qué porcentaje del barrido el eje decodificado es el correcto.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GRADIENTE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run_gradient.sh — tres puentes, y solo el amplificador lineal.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XSCHEM/TEST_TOTAL/test_GRADIENT.sch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TRAZABILIDAD DEL SENSADO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Una señal, cuatro etapas: puente → amplificador → comparador →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Se sigue la MISMA señal por las cuatro etapas del bloque de sensado.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banco ya registra cada nodo intermedio, incluidos los que no tienen nombre: las salidas de los comparadores se sondean jerárquicamente.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En cada etapa, el esquemático y el layout uno encima del otro.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Solo con el amplificador lineal: G2, el esquemático, contra G4, el layout.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Y al final, en qué porcentaje del barrido el eje decodificado es el correcto.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one signal through the four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5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661" y="1572768"/>
            <a:ext cx="461237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stage 1 — what the three bridges deliver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1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8533"/>
            <a:ext cx="11057839" cy="3147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19587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stage 2 — after the three OPAM_LIN, full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2_amplif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9030"/>
            <a:ext cx="11057839" cy="3146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1909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stage 2 — the same, in the fine window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2_amplifiers_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9526"/>
            <a:ext cx="11057839" cy="31459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18593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stage 3 — after the three COMP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3_compa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9030"/>
            <a:ext cx="11057839" cy="3146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1909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stage 4 — after the DECODER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4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99030"/>
            <a:ext cx="11057839" cy="3146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51909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other axis: field MAGNITUDE swept, direction held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76" y="1572768"/>
            <a:ext cx="500574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low end, where the offsets and the noise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2_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46" y="1572768"/>
            <a:ext cx="496240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what the chain costs as the field grows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3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20715"/>
            <a:ext cx="11057839" cy="43035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97405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decoded sector against the ideal, and the boundary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6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521" y="1572768"/>
            <a:ext cx="800265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2 ·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El contador de votos: cuatro cadenas votan, un eje suma.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72" y="1572768"/>
            <a:ext cx="9014551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Contador de votos en modo corriente. Un bloque por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Cuatro entradas con el MISMO peso, una salida.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Cada una de las cuatro cadenas GRADIENT2 vota sobre este eje, y el bloque cuenta los votos en modo corriente: las ramas se suman juntando hilos, así que contar no cuesta una etapa más. Las cuatro llevan la misma corriente, unos 170 µA: lo que sale depende de CUÁNTAS votan, no de cuáles.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La decisión es por mayoría: bascula a 3 de 4 ramas.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Es una hoja: no tiene subbloques.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17 transistores n y 2 p, dibujados a mano. La salida WE es el nodo de suma, y es lo que sale al pad analógico X, Y o Z.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suma los cuatro votos de un eje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2.87 mW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Dispositivos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17 nfet_06v0 + 2 pfet_06v0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Umbral de decisión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de 4 ramas (mayoría)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Corriente por rama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~170 µA, igual en las cuatro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45.34 × 25.00 µm = 0.0011 mm² (celda WEIGHT_COMP, con COMP_OUT)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(una por eje)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Contador de votos en modo corriente. Un bloque por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WEIGH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94940"/>
            <a:ext cx="5391759" cy="2972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34029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45.34 × 25.00 µm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inputs, sum node and outputs  ·  from four votes to one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WEIGHT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550" y="1572768"/>
            <a:ext cx="4212514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inputs, sum node and outputs</a:t>
            </a:r>
          </a:p>
        </p:txBody>
      </p:sp>
      <p:pic>
        <p:nvPicPr>
          <p:cNvPr id="7" name="Picture 6" descr="blk_WEIGHT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07842"/>
            <a:ext cx="5391759" cy="33464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52739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from four votes to one decision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branch currents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WEIGHT_curr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25" y="1572768"/>
            <a:ext cx="7835645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3 · 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La etapa de salida: tres inversores y el par digital del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COMP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2262"/>
            <a:ext cx="11057839" cy="4100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9585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Etapa de salida: tres inversores que dan el par digital.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Toma el nodo de suma y lo lleva a niveles digitales.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Tres inversores en cadena: el primero decide, los siguientes dan pendiente y capacidad de carga. De ahí salen las dos señales del eje, la directa y su complemento.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Por eso las salidas van de dos en dos.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XP/XN, YP/YN, ZP/ZN llegan al pad de raíl a raíl, y por eso toman un pad digital y no uno analógico.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amplifica el voto y da su complemento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Subbloques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× INV_1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compartida con WEIGHT en la celda WEIGHT_COMP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(una por eje)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Etapa de salida: tres inversores que dan el par digital.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COMP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WEIGH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94940"/>
            <a:ext cx="5391759" cy="2972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34029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45.34 × 25.00 µm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INV_1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El subbloque de COMP_OUT: el inversor.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INV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XSCHEM/WEIGTH/INV_1.sch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ESD_CDM · PROTECCIÓN SECUNDARIA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Fuera de la cadena de señal, pero dentro del área de usuario.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Once instancias, una por cada pad analógico.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Los pads analógicos del PDK traen solo diodos HBM, así que la red CDM —resistencia de poly en serie más diodos— hay que ponerla nosotros, y va JUNTO al pad: lo que quede entre el pad y el clamp está sin proteger.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circuito es el de los organizadores; el dibujo es nuestro.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Sus tres celdas publicadas violan MSLOT.1, y nadie lo había visto porque la tabla mslot del PDK se cae antes de llegar. La nuestra ocupa 1762 µm² contra 6457: unos 52 000 µm² de área de usuario recuperados.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se fusionaron las nwells.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Los cuatro pozos estaban a 1.330 µm, que solo vale si el verificador sabe que son equipotenciales. Ahora son uno solo y pasa en los dos modos.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ESD_CDM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Fuera de la cadena de señal, pero dentro del área de usuario.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ESD_C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ESD_C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90364"/>
            <a:ext cx="5391759" cy="2381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44876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63.16 × 27.90 µm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RESULTADOS TOTALES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El sistema completo, siempre comparando layout contra esquemático.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NAVEGADOR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run_nav2.sh — cuatro puentes contra dos navegadores. Es también la comparación layout-esquemático.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XSCHEM/TEST_TOTAL/test_NAV2.sch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NAVEGADOR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run_nav2.sh — cuatro puentes contra dos navegadores. Es también la comparación layout-esquemático.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Dos navegadores sobre los mismos ocho nodos de sensor: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N_esq — el esquemático GRADIENT_NAV2, alimentación VDDS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N_lay — el mismo circuito reconstruido desde el layout v2 y extraído CON PARÁSITOS RC, alimentación VDDR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Cuatro sensores a 0, 90, 180 y 270°, y el campo girando de 0 a 360°.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Cada una de las cuatro cadenas lee TRES de los cuatro sensores, en combinaciones distintas, y los tres pesos combinan sus salidas.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Qué se mide: en qué porcentaje del barrido las nueve salidas del esquemático coinciden con las del layout, y donde no, cuántos grados dura el desacuerdo.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721 puntos de 0 a 360°. La naranja discontinua es el layout extraído con parásitos.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q_vs_layout_sal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10" y="1572768"/>
            <a:ext cx="9652874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3891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98848"/>
            <a:ext cx="11057839" cy="1856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Las seis salidas digitales coinciden en el 100 % del barrido.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42415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5074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Las seis salidas digitales coinciden en el 100 % del barrido.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Cero grados de desacuerdo. El layout decide lo mismo que el esquemático en todas las direcciones probadas.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Desviación máxima en las salidas analógicas: 3.1 mV.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Consumo: 74.02 mW el esquemático, 74.03 mW el layout.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Los parásitos RC no mueven el punto de trabajo de forma apreciable. Los 74 mW concuerdan con los 14.81 mA a 5 V medidos sobre el layout extraído.</a:t>
            </a:r>
          </a:p>
        </p:txBody>
      </p:sp>
      <p:pic>
        <p:nvPicPr>
          <p:cNvPr id="5" name="Picture 4" descr="esq_vs_layout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64147"/>
            <a:ext cx="5391759" cy="2118626"/>
          </a:xfrm>
          <a:prstGeom prst="rect">
            <a:avLst/>
          </a:prstGeom>
        </p:spPr>
      </p:pic>
      <p:pic>
        <p:nvPicPr>
          <p:cNvPr id="6" name="Picture 5" descr="esq_vs_layout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782987"/>
            <a:ext cx="5391759" cy="208094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four chains vote, the counter adds them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tal_1_v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503" y="1572768"/>
            <a:ext cx="5454689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six pins that leave the 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tal_2_out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914" y="1572768"/>
            <a:ext cx="618986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GEOMETRÍA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run_nav2_geo.sh — cómo depende el navegador de la caja donde van los sensores.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Los cuatro sensores van en los vértices del tetraedro inscrito en una caja Lxy × Lxy × Lz.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Seis combinaciones: Lxy de 1000, 2000 y 3000 µm, y Lz de 500 y 1000 µm.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1 · Resolución.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Para cada caja y cada nivel de gradiente se barre la dirección 360° y se cuenta en qué fracción acierta el eje. De esa curva sale un número: el gradiente más pequeño al que el acierto llega al 95 %. Captura los dos límites de golpe — por abajo el offset del comparador, por arriba la saturación del amplificador — sin depender de ninguna definición prestada.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2 · Lo mismo en el plano X-Y, donde Lz no juega.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Separa la resolución en x-y de la de z.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3 · Fondo.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campo terrestre es común a los cuatro sensores, así que se cancela en la comparación pero NO en el amplificador, que lo ve entero. Se barre para ver a qué nivel se pierde la medida.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GEOMETRÍA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run_nav2_geo.sh — cómo depende el navegador de la caja donde van los sensores.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XSCHEM/TEST_TOTAL/test_NAV2_geo.sch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Caja Lxy × Lz [µm]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Gradiente bajo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Gradiente alto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90.0 %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97.8 %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87.2 %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91.7 %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91.1 %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92.2 %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94.4 %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93.3 %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94.4 %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24528"/>
            <a:ext cx="11057839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Con gradiente alto la caja de 1000 × 1000 llega al 97.8 %. Achatar la caja (Lz 500) siempre cuesta acierto, porque el eje z queda peor resuelto que x-y.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re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94" y="1572768"/>
            <a:ext cx="876850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caj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5" y="1572768"/>
            <a:ext cx="10717184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583" y="1572768"/>
            <a:ext cx="732652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FUENTE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run_fuente.sh — ¿apunta el chip hacia ella? Es la pregunta para la que existe.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Todo lo anterior imponía un gradiente uniforme en una dirección. Aquí el campo viene de una fuente puesta en un sitio y cada sensor lee el módulo en su propio vértice.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Dos modelos, y la pareja es el método: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SIMÉTRICO — |B| depende solo de la distancia, así que grad|B| apunta EXACTAMENTE a la fuente. Cualquier error que salga es del chip.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DIPOLO REAL — eje en +z. |B| depende también del ángulo, y grad|B| NO apunta exactamente a la fuente ni con un chip perfecto.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La diferencia entre los dos números separa el error del circuito del error de la física.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Que es lo que hace falta tener antes de creerse nada medido con un imán de verdad.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42 barridos: tres distancias, siete azimuts, los dos modelos.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FUENTE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run_fuente.sh — ¿apunta el chip hacia ella? Es la pregunta para la que existe.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XSCHEM/TEST_TOTAL/test_FUENTE.sch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acierto cae con la distancia, que es lo esperado: el gradiente se debilita y el offset del comparador pesa más.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Distancia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Chip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Ideal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Acierto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14.46°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14.21°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90.8 %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9.02°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7.56°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86.9 %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11.32°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3.84°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76.1 %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16.53°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16.40°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93.2 %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12.31°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11.66°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90.6 %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12.41°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9.92°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84.3 %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681728"/>
            <a:ext cx="11057839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A 3000 µm el chip se separa 0.25° del ideal en el modelo simétrico: el error es del circuito y es pequeño. A 12000 µm la separación llega a 7.5° y la medida se pierde.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sens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40" y="1572768"/>
            <a:ext cx="7864614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fuente_ap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818" y="1572768"/>
            <a:ext cx="557205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fuente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4" y="1572768"/>
            <a:ext cx="10480966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VERIFICACIÓN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DRC, LVS, conectividad y densidad de corriente sobre el fichero que se entrega.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B26_A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Sobre B26_A_filled3.gds, el fichero que se entrega.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yout_B26_A_sin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31" y="1572768"/>
            <a:ext cx="4416552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unfilled — 1110 × 1110 µm</a:t>
            </a:r>
          </a:p>
        </p:txBody>
      </p:sp>
      <p:pic>
        <p:nvPicPr>
          <p:cNvPr id="7" name="Picture 6" descr="layout_B26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610" y="1572768"/>
            <a:ext cx="4416552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density-filled — 1110 × 1110 µm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VERIFICACIÓN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Sobre B26_A_filled3.gds, el fichero que se entrega.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8778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Comprobación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de firma (main/deep, con conectividad)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660 categorías, 0 violaciones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con --no_connectivity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0 violaciones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de 63 tablas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63 tablas, 0 violaciones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Densidad de relleno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las 7 capas cumplen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LVS netgen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Circuits match uniquely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Conectividad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17 de 17 señales, 11 por su clamp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Densidad de corriente a 125 °C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48.00 µm frente a 22.10 exigidos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PR_bndry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exactamente una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773168"/>
            <a:ext cx="11057839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DRC se corrió en los dos modos de conectividad. El diseño ya no depende de cómo lo ejecute quien lo revise.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Lo esperado frente a lo medido, incluido lo que no cerró.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LO ESPERADO CONTRA LO MEDIDO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Tres cosas que la simulación encontró y el diseño corrigió.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1 · Se esperaba que XP y XN correspondieran a su nombre. No era así.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banco destapó que estaban cambiados respecto a la etiqueta. Corregido en el esquemático.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2 · Se esperaba que el umbral de decisión estuviera centrado. Estaba mal puesto.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barrido de disparo lo midió y se reajustó.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3 · Se esperaba que los tres ejes compitieran en igualdad. Z no podía ganar nunca.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Y su propio WEIGHT no lo arreglaba: lo que lo arregló fue cambiar el orden dentro de cada trío.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Los tres se encontraron simulando, no revisando. Ese es el argumento a favor de los bancos.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LO QUE NO CERRÓ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Dicho con la misma claridad que lo que salió bien.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LVS de KLayout sobre el top no termina la extracción.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Tres intentos en una máquina de 31 GB: 2h33m sobre el GDS relleno, y 1h04m y 30m52 sobre el GDS sin rellenar. Ninguno llegó a la fase de comparación.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No es falta de memoria: cada proceso se quedó en ~540 MB con 31 GB libres.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Es número de nets, no tamaño de máquina.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 que sí casa: netgen dice Circuits match uniquely sobre los mismos 1442 dispositivos, clase por clase.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Importa para la entrega porque el LVS externo del chipathon corre el deck de KLayout, no netgen.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El chip está terminado y verificado. DRC limpio en los dos modos, LVS netgen casando único, 17 de 17 pines conducen, y la alimentación da 48.00 µm de sección contra los 22.10 µm que exige la electromigración a 125 °C. Entregable: B26_A_filled3.gds, sha 41bef27a.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