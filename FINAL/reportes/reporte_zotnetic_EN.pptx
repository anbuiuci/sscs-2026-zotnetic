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three bridge readings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58124"/>
            <a:ext cx="11057839" cy="4028720"/>
          </a:xfrm>
          <a:prstGeom prst="rect">
            <a:avLst/>
          </a:prstGeom>
        </p:spPr>
      </p:pic>
      <p:sp>
        <p:nvSpPr>
          <p:cNvPr id="6" name="TextBox 5"/>
          <p:cNvSpPr txBox="1"/>
          <p:nvPr/>
        </p:nvSpPr>
        <p:spPr>
          <a:xfrm>
            <a:off x="566928" y="5959996"/>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XSCHEM/TEST_TOTAL/test_NAV2.sch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twelve chain outputs agree on 99.7 % of the sweep.</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twelve chain outputs agree on 99.7 %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The six digital outputs, on 99.5 % (X and Y) and 98.9 % (Z).</a:t>
            </a:r>
          </a:p>
          <a:p>
            <a:pPr algn="l">
              <a:spcAft>
                <a:spcPts val="900"/>
              </a:spcAft>
            </a:pPr>
            <a:r>
              <a:rPr sz="1700" b="0">
                <a:solidFill>
                  <a:srgbClr val="1C2238"/>
                </a:solidFill>
                <a:latin typeface="Calibri"/>
              </a:rPr>
              <a:t>Between 2 and 4 degrees of disagreement out of 360, and they fall where they should: on the sector boundaries, which is exactly where the decision is on a knife edge and the layout's offset settles it.</a:t>
            </a:r>
          </a:p>
          <a:p>
            <a:pPr algn="l">
              <a:spcAft>
                <a:spcPts val="1100"/>
              </a:spcAft>
            </a:pPr>
            <a:r>
              <a:rPr sz="1700" b="1">
                <a:solidFill>
                  <a:srgbClr val="16256B"/>
                </a:solidFill>
                <a:latin typeface="Calibri"/>
              </a:rPr>
              <a:t>Deviation at the counter node: 38.8 mV rms.</a:t>
            </a:r>
          </a:p>
          <a:p>
            <a:pPr algn="l">
              <a:spcAft>
                <a:spcPts val="900"/>
              </a:spcAft>
            </a:pPr>
            <a:r>
              <a:rPr sz="1700" b="0">
                <a:solidFill>
                  <a:srgbClr val="1C2238"/>
                </a:solidFill>
                <a:latin typeface="Calibri"/>
              </a:rPr>
              <a:t>Power: 75.32 mW schematic, 74.15 mW layout.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83450"/>
            <a:ext cx="5391759" cy="208002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1574" y="1572768"/>
            <a:ext cx="550854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XSCHEM/TEST_TOTAL/test_NAV2_geo.sch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2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DRC was run in both connectivity modes. The design no longer depends on how the reviewer runs the check.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with GRADIENT_NAV2_V3 inside.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